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K Modular" panose="020B0604020202020204" charset="0"/>
      <p:regular r:id="rId12"/>
    </p:embeddedFont>
    <p:embeddedFont>
      <p:font typeface="Horizon" panose="020B0604020202020204" charset="0"/>
      <p:regular r:id="rId13"/>
    </p:embeddedFont>
    <p:embeddedFont>
      <p:font typeface="Poppins Bold" panose="020B0604020202020204" charset="0"/>
      <p:regular r:id="rId14"/>
    </p:embeddedFont>
    <p:embeddedFont>
      <p:font typeface="Poppins Light" panose="00000400000000000000" pitchFamily="2" charset="0"/>
      <p:regular r:id="rId15"/>
    </p:embeddedFont>
    <p:embeddedFont>
      <p:font typeface="Poppins Semi-Bold" panose="020B0604020202020204" charset="0"/>
      <p:regular r:id="rId16"/>
    </p:embeddedFont>
    <p:embeddedFont>
      <p:font typeface="Public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518" autoAdjust="0"/>
  </p:normalViewPr>
  <p:slideViewPr>
    <p:cSldViewPr>
      <p:cViewPr varScale="1">
        <p:scale>
          <a:sx n="52" d="100"/>
          <a:sy n="52" d="100"/>
        </p:scale>
        <p:origin x="85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8733724" cy="10485108"/>
            <a:chOff x="0" y="0"/>
            <a:chExt cx="2378524" cy="2935816"/>
          </a:xfrm>
        </p:grpSpPr>
        <p:sp>
          <p:nvSpPr>
            <p:cNvPr id="4" name="Freeform 4"/>
            <p:cNvSpPr/>
            <p:nvPr/>
          </p:nvSpPr>
          <p:spPr>
            <a:xfrm>
              <a:off x="41504" y="0"/>
              <a:ext cx="2337020" cy="2848342"/>
            </a:xfrm>
            <a:custGeom>
              <a:avLst/>
              <a:gdLst/>
              <a:ahLst/>
              <a:cxnLst/>
              <a:rect l="l" t="t" r="r" b="b"/>
              <a:pathLst>
                <a:path w="2378524" h="2935816">
                  <a:moveTo>
                    <a:pt x="0" y="0"/>
                  </a:moveTo>
                  <a:lnTo>
                    <a:pt x="2378524" y="0"/>
                  </a:lnTo>
                  <a:lnTo>
                    <a:pt x="2378524" y="2935816"/>
                  </a:lnTo>
                  <a:lnTo>
                    <a:pt x="0" y="2935816"/>
                  </a:lnTo>
                  <a:close/>
                </a:path>
              </a:pathLst>
            </a:custGeom>
            <a:gradFill rotWithShape="1">
              <a:gsLst>
                <a:gs pos="0">
                  <a:srgbClr val="071121">
                    <a:alpha val="100000"/>
                  </a:srgbClr>
                </a:gs>
                <a:gs pos="50000">
                  <a:srgbClr val="060F1F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378524" cy="2935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369162" y="795954"/>
            <a:ext cx="476426" cy="476426"/>
          </a:xfrm>
          <a:custGeom>
            <a:avLst/>
            <a:gdLst/>
            <a:ahLst/>
            <a:cxnLst/>
            <a:rect l="l" t="t" r="r" b="b"/>
            <a:pathLst>
              <a:path w="476426" h="476426">
                <a:moveTo>
                  <a:pt x="0" y="0"/>
                </a:moveTo>
                <a:lnTo>
                  <a:pt x="476426" y="0"/>
                </a:lnTo>
                <a:lnTo>
                  <a:pt x="476426" y="476427"/>
                </a:lnTo>
                <a:lnTo>
                  <a:pt x="0" y="476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7" name="Freeform 17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351178" y="3063038"/>
            <a:ext cx="13585644" cy="208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7"/>
              </a:lnSpc>
              <a:spcBef>
                <a:spcPct val="0"/>
              </a:spcBef>
            </a:pPr>
            <a:r>
              <a:rPr lang="en-US" sz="7534" spc="94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Clickjacking attack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47402" y="840682"/>
            <a:ext cx="4077444" cy="30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"/>
              </a:lnSpc>
              <a:spcBef>
                <a:spcPct val="0"/>
              </a:spcBef>
            </a:pPr>
            <a:r>
              <a:rPr lang="en-US" sz="1962">
                <a:solidFill>
                  <a:srgbClr val="FFFFFF">
                    <a:alpha val="80784"/>
                  </a:srgbClr>
                </a:solidFill>
                <a:latin typeface="Horizon"/>
                <a:ea typeface="Horizon"/>
                <a:cs typeface="Horizon"/>
                <a:sym typeface="Horizon"/>
              </a:rPr>
              <a:t>CYBER 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15391" y="6475730"/>
            <a:ext cx="6141467" cy="278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Aadrika Deokathe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Arin Vaidya Jain</a:t>
            </a:r>
          </a:p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Manvi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691948" y="1930161"/>
            <a:ext cx="6401205" cy="744867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60822" r="-60822"/>
              </a:stretch>
            </a:blipFill>
            <a:ln w="66675" cap="sq">
              <a:gradFill>
                <a:gsLst>
                  <a:gs pos="0">
                    <a:srgbClr val="4274C3">
                      <a:alpha val="100000"/>
                    </a:srgbClr>
                  </a:gs>
                  <a:gs pos="50000">
                    <a:srgbClr val="FFFFFF">
                      <a:alpha val="78500"/>
                    </a:srgbClr>
                  </a:gs>
                  <a:gs pos="100000">
                    <a:srgbClr val="060F1F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sp>
        <p:nvSpPr>
          <p:cNvPr id="16" name="Freeform 16"/>
          <p:cNvSpPr/>
          <p:nvPr/>
        </p:nvSpPr>
        <p:spPr>
          <a:xfrm>
            <a:off x="15152804" y="1909465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44000" y="6838882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1"/>
                </a:lnTo>
                <a:lnTo>
                  <a:pt x="0" y="2033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91939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7" y="0"/>
                </a:lnTo>
                <a:lnTo>
                  <a:pt x="5549677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391939" y="2782736"/>
            <a:ext cx="6492440" cy="88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ABOUT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86749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1939" y="4034244"/>
            <a:ext cx="7010290" cy="376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462" b="1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clickjacking attack, or user interface (UI) redressing, is a malicious technique where attackers trick users into clicking on hidden, invisible, or transparent web elements (like buttons or links) layered on top of a legitimate site. By doing so, users unknowingly perform actions, such as transferring funds, liking pages, or revealing credentials, believing they are interacting with the innocuous top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0" y="1700198"/>
            <a:ext cx="18288000" cy="1637823"/>
            <a:chOff x="0" y="0"/>
            <a:chExt cx="5390069" cy="4313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90069" cy="431361"/>
            </a:xfrm>
            <a:custGeom>
              <a:avLst/>
              <a:gdLst/>
              <a:ahLst/>
              <a:cxnLst/>
              <a:rect l="l" t="t" r="r" b="b"/>
              <a:pathLst>
                <a:path w="5390069" h="431361">
                  <a:moveTo>
                    <a:pt x="0" y="0"/>
                  </a:moveTo>
                  <a:lnTo>
                    <a:pt x="5390069" y="0"/>
                  </a:lnTo>
                  <a:lnTo>
                    <a:pt x="5390069" y="431361"/>
                  </a:lnTo>
                  <a:lnTo>
                    <a:pt x="0" y="431361"/>
                  </a:lnTo>
                  <a:close/>
                </a:path>
              </a:pathLst>
            </a:custGeom>
            <a:gradFill rotWithShape="1">
              <a:gsLst>
                <a:gs pos="0">
                  <a:srgbClr val="071121">
                    <a:alpha val="100000"/>
                  </a:srgbClr>
                </a:gs>
                <a:gs pos="50000">
                  <a:srgbClr val="4F5661">
                    <a:alpha val="78500"/>
                  </a:srgbClr>
                </a:gs>
                <a:gs pos="100000">
                  <a:srgbClr val="060F1F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5390069" cy="431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7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60343" y="2231972"/>
            <a:ext cx="12767313" cy="78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sz="5499" spc="69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20002" y="4054267"/>
            <a:ext cx="14593348" cy="411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Users often trust websites and click buttons without verifying actions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Attackers can design fake interfaces to trick users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Sensitive actions like money transfer can be triggered unknowingly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645925" lvl="1" indent="-322963" algn="l">
              <a:lnSpc>
                <a:spcPts val="4098"/>
              </a:lnSpc>
              <a:buFont typeface="Arial"/>
              <a:buChar char="•"/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Lack of user awareness and security measures increases risk</a:t>
            </a:r>
          </a:p>
          <a:p>
            <a:pPr algn="l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69162" y="9410542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91939" y="3470944"/>
            <a:ext cx="8218890" cy="4639475"/>
          </a:xfrm>
          <a:custGeom>
            <a:avLst/>
            <a:gdLst/>
            <a:ahLst/>
            <a:cxnLst/>
            <a:rect l="l" t="t" r="r" b="b"/>
            <a:pathLst>
              <a:path w="8218890" h="4639475">
                <a:moveTo>
                  <a:pt x="0" y="0"/>
                </a:moveTo>
                <a:lnTo>
                  <a:pt x="8218890" y="0"/>
                </a:lnTo>
                <a:lnTo>
                  <a:pt x="8218890" y="4639475"/>
                </a:lnTo>
                <a:lnTo>
                  <a:pt x="0" y="46394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526" r="-1768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873634" y="3470944"/>
            <a:ext cx="7654813" cy="4639475"/>
          </a:xfrm>
          <a:custGeom>
            <a:avLst/>
            <a:gdLst/>
            <a:ahLst/>
            <a:cxnLst/>
            <a:rect l="l" t="t" r="r" b="b"/>
            <a:pathLst>
              <a:path w="7654813" h="4639475">
                <a:moveTo>
                  <a:pt x="0" y="0"/>
                </a:moveTo>
                <a:lnTo>
                  <a:pt x="7654813" y="0"/>
                </a:lnTo>
                <a:lnTo>
                  <a:pt x="7654813" y="4639475"/>
                </a:lnTo>
                <a:lnTo>
                  <a:pt x="0" y="46394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9758" r="-32949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3971" y="9531078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7066" y="2576423"/>
            <a:ext cx="7008636" cy="36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4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fake video downloading website is created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37556" y="2576423"/>
            <a:ext cx="7490891" cy="36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sz="241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“Download Video” button is shown to the user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650578" y="3312644"/>
            <a:ext cx="10986843" cy="5071195"/>
          </a:xfrm>
          <a:custGeom>
            <a:avLst/>
            <a:gdLst/>
            <a:ahLst/>
            <a:cxnLst/>
            <a:rect l="l" t="t" r="r" b="b"/>
            <a:pathLst>
              <a:path w="10986843" h="5071195">
                <a:moveTo>
                  <a:pt x="0" y="0"/>
                </a:moveTo>
                <a:lnTo>
                  <a:pt x="10986844" y="0"/>
                </a:lnTo>
                <a:lnTo>
                  <a:pt x="10986844" y="5071195"/>
                </a:lnTo>
                <a:lnTo>
                  <a:pt x="0" y="50711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92" r="-2367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75236" y="1740254"/>
            <a:ext cx="12164764" cy="127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hidden </a:t>
            </a:r>
            <a:r>
              <a:rPr lang="en-US" sz="3075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iframe</a:t>
            </a: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loads another webpage (bank page)</a:t>
            </a:r>
          </a:p>
          <a:p>
            <a:pPr algn="ctr">
              <a:lnSpc>
                <a:spcPts val="3321"/>
              </a:lnSpc>
              <a:spcBef>
                <a:spcPct val="0"/>
              </a:spcBef>
            </a:pPr>
            <a:endParaRPr lang="en-US" sz="3075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321"/>
              </a:lnSpc>
              <a:spcBef>
                <a:spcPct val="0"/>
              </a:spcBef>
            </a:pPr>
            <a:r>
              <a:rPr lang="en-US" sz="30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“Transfer Money” button is placed under the fake button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988024" y="3561057"/>
            <a:ext cx="14457305" cy="4791913"/>
          </a:xfrm>
          <a:custGeom>
            <a:avLst/>
            <a:gdLst/>
            <a:ahLst/>
            <a:cxnLst/>
            <a:rect l="l" t="t" r="r" b="b"/>
            <a:pathLst>
              <a:path w="14457305" h="4791913">
                <a:moveTo>
                  <a:pt x="0" y="0"/>
                </a:moveTo>
                <a:lnTo>
                  <a:pt x="14457304" y="0"/>
                </a:lnTo>
                <a:lnTo>
                  <a:pt x="14457304" y="4791913"/>
                </a:lnTo>
                <a:lnTo>
                  <a:pt x="0" y="47919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20002" y="1405358"/>
            <a:ext cx="14593348" cy="205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When the user clicks download, the hidden action is triggered</a:t>
            </a:r>
          </a:p>
          <a:p>
            <a:pPr algn="ctr">
              <a:lnSpc>
                <a:spcPts val="4098"/>
              </a:lnSpc>
            </a:pPr>
            <a:endParaRPr lang="en-US" sz="2991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691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506440" y="3114475"/>
            <a:ext cx="11301259" cy="5594123"/>
          </a:xfrm>
          <a:custGeom>
            <a:avLst/>
            <a:gdLst/>
            <a:ahLst/>
            <a:cxnLst/>
            <a:rect l="l" t="t" r="r" b="b"/>
            <a:pathLst>
              <a:path w="11301259" h="5594123">
                <a:moveTo>
                  <a:pt x="0" y="0"/>
                </a:moveTo>
                <a:lnTo>
                  <a:pt x="11301258" y="0"/>
                </a:lnTo>
                <a:lnTo>
                  <a:pt x="11301258" y="5594123"/>
                </a:lnTo>
                <a:lnTo>
                  <a:pt x="0" y="55941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39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06440" y="592170"/>
            <a:ext cx="11275121" cy="87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3"/>
              </a:lnSpc>
              <a:spcBef>
                <a:spcPct val="0"/>
              </a:spcBef>
            </a:pPr>
            <a:r>
              <a:rPr lang="en-US" sz="6252" spc="78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WORKING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20002" y="1405358"/>
            <a:ext cx="14593348" cy="1545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endParaRPr/>
          </a:p>
          <a:p>
            <a:pPr algn="ctr">
              <a:lnSpc>
                <a:spcPts val="4098"/>
              </a:lnSpc>
            </a:pPr>
            <a:r>
              <a:rPr lang="en-US" sz="299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Bank page tab is open in another tab with an ongoing transaction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502262" y="8872583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3"/>
                </a:lnTo>
                <a:lnTo>
                  <a:pt x="0" y="506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400000" flipV="1">
            <a:off x="3407894" y="-149339"/>
            <a:ext cx="6732898" cy="10764808"/>
          </a:xfrm>
          <a:custGeom>
            <a:avLst/>
            <a:gdLst/>
            <a:ahLst/>
            <a:cxnLst/>
            <a:rect l="l" t="t" r="r" b="b"/>
            <a:pathLst>
              <a:path w="6732898" h="10764808">
                <a:moveTo>
                  <a:pt x="0" y="10764809"/>
                </a:moveTo>
                <a:lnTo>
                  <a:pt x="6732899" y="10764809"/>
                </a:lnTo>
                <a:lnTo>
                  <a:pt x="6732899" y="0"/>
                </a:lnTo>
                <a:lnTo>
                  <a:pt x="0" y="0"/>
                </a:lnTo>
                <a:lnTo>
                  <a:pt x="0" y="10764809"/>
                </a:lnTo>
                <a:close/>
              </a:path>
            </a:pathLst>
          </a:custGeom>
          <a:blipFill>
            <a:blip r:embed="rId7">
              <a:alphaModFix amt="65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010476" y="1358302"/>
            <a:ext cx="3916530" cy="7749528"/>
            <a:chOff x="0" y="0"/>
            <a:chExt cx="2620010" cy="5184140"/>
          </a:xfrm>
        </p:grpSpPr>
        <p:sp>
          <p:nvSpPr>
            <p:cNvPr id="17" name="Freeform 1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-42207" r="-165208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8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97071" y="8993119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87632" y="3068503"/>
            <a:ext cx="6914037" cy="1434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6"/>
              </a:lnSpc>
              <a:spcBef>
                <a:spcPct val="0"/>
              </a:spcBef>
            </a:pPr>
            <a:r>
              <a:rPr lang="en-US" sz="5154" spc="64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impact of the attack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87632" y="4905554"/>
            <a:ext cx="7164307" cy="2741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Unauthorized actions can be performed without user consent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Financial loss (e.g., unintended money transfer)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Loss of user trust in websites</a:t>
            </a:r>
          </a:p>
          <a:p>
            <a:pPr marL="488484" lvl="1" indent="-244242" algn="l">
              <a:lnSpc>
                <a:spcPts val="3099"/>
              </a:lnSpc>
              <a:buFont typeface="Arial"/>
              <a:buChar char="•"/>
            </a:pPr>
            <a:r>
              <a:rPr lang="en-US" sz="22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 be used for stealing data or permissions</a:t>
            </a:r>
          </a:p>
          <a:p>
            <a:pPr algn="l">
              <a:lnSpc>
                <a:spcPts val="3099"/>
              </a:lnSpc>
            </a:pPr>
            <a:endParaRPr lang="en-US" sz="2262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91939" y="859732"/>
            <a:ext cx="52806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2434" y="4645730"/>
            <a:ext cx="8441566" cy="88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  <a:spcBef>
                <a:spcPct val="0"/>
              </a:spcBef>
            </a:pPr>
            <a:r>
              <a:rPr lang="en-US" sz="6252" spc="787" dirty="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PREVENTION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-4278196" y="3985232"/>
            <a:ext cx="5798308" cy="2033701"/>
          </a:xfrm>
          <a:custGeom>
            <a:avLst/>
            <a:gdLst/>
            <a:ahLst/>
            <a:cxnLst/>
            <a:rect l="l" t="t" r="r" b="b"/>
            <a:pathLst>
              <a:path w="5798308" h="2033701">
                <a:moveTo>
                  <a:pt x="0" y="0"/>
                </a:moveTo>
                <a:lnTo>
                  <a:pt x="5798308" y="0"/>
                </a:lnTo>
                <a:lnTo>
                  <a:pt x="5798308" y="2033702"/>
                </a:lnTo>
                <a:lnTo>
                  <a:pt x="0" y="2033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1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249930" y="2501630"/>
            <a:ext cx="7837005" cy="5470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 X-Frame-Options to prevent the page from being embedded in </a:t>
            </a:r>
            <a:r>
              <a:rPr lang="en-US" sz="2699" b="1" dirty="0" err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iframes</a:t>
            </a: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Apply Content Security Policy (CSP) to control which sites can load content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 frame-busting techniques to block hidden frames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Add user verification (OTP/password) before sensitive actions</a:t>
            </a:r>
          </a:p>
          <a:p>
            <a:pPr algn="l">
              <a:lnSpc>
                <a:spcPts val="2915"/>
              </a:lnSpc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  <a:p>
            <a:pPr marL="582922" lvl="1" indent="-291461" algn="l">
              <a:lnSpc>
                <a:spcPts val="2915"/>
              </a:lnSpc>
              <a:buFont typeface="Arial"/>
              <a:buChar char="•"/>
            </a:pPr>
            <a:r>
              <a:rPr lang="en-US" sz="2699" b="1" dirty="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Avoid clicking on unknown or suspicious websites</a:t>
            </a:r>
          </a:p>
          <a:p>
            <a:pPr algn="l">
              <a:lnSpc>
                <a:spcPts val="2915"/>
              </a:lnSpc>
              <a:spcBef>
                <a:spcPct val="0"/>
              </a:spcBef>
            </a:pPr>
            <a:endParaRPr lang="en-US" sz="2699" b="1" dirty="0">
              <a:solidFill>
                <a:srgbClr val="FFFFFF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62708" y="795954"/>
            <a:ext cx="331984" cy="202810"/>
            <a:chOff x="0" y="0"/>
            <a:chExt cx="442646" cy="270414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42646" cy="63500"/>
              <a:chOff x="0" y="0"/>
              <a:chExt cx="87436" cy="125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105314"/>
              <a:ext cx="442646" cy="63500"/>
              <a:chOff x="0" y="0"/>
              <a:chExt cx="87436" cy="1254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206914"/>
              <a:ext cx="442646" cy="63500"/>
              <a:chOff x="0" y="0"/>
              <a:chExt cx="87436" cy="1254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7436" cy="12543"/>
              </a:xfrm>
              <a:custGeom>
                <a:avLst/>
                <a:gdLst/>
                <a:ahLst/>
                <a:cxnLst/>
                <a:rect l="l" t="t" r="r" b="b"/>
                <a:pathLst>
                  <a:path w="87436" h="12543">
                    <a:moveTo>
                      <a:pt x="0" y="0"/>
                    </a:moveTo>
                    <a:lnTo>
                      <a:pt x="87436" y="0"/>
                    </a:lnTo>
                    <a:lnTo>
                      <a:pt x="87436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0"/>
                <a:ext cx="87436" cy="125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17"/>
                  </a:lnSpc>
                </a:pPr>
                <a:endParaRPr/>
              </a:p>
            </p:txBody>
          </p:sp>
        </p:grpSp>
      </p:grpSp>
      <p:sp>
        <p:nvSpPr>
          <p:cNvPr id="13" name="Freeform 13"/>
          <p:cNvSpPr/>
          <p:nvPr/>
        </p:nvSpPr>
        <p:spPr>
          <a:xfrm>
            <a:off x="16927006" y="746082"/>
            <a:ext cx="332294" cy="302554"/>
          </a:xfrm>
          <a:custGeom>
            <a:avLst/>
            <a:gdLst/>
            <a:ahLst/>
            <a:cxnLst/>
            <a:rect l="l" t="t" r="r" b="b"/>
            <a:pathLst>
              <a:path w="332294" h="302554">
                <a:moveTo>
                  <a:pt x="0" y="0"/>
                </a:moveTo>
                <a:lnTo>
                  <a:pt x="332294" y="0"/>
                </a:lnTo>
                <a:lnTo>
                  <a:pt x="332294" y="302554"/>
                </a:lnTo>
                <a:lnTo>
                  <a:pt x="0" y="302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91939" y="859732"/>
            <a:ext cx="623313" cy="139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"/>
              </a:lnSpc>
              <a:spcBef>
                <a:spcPct val="0"/>
              </a:spcBef>
            </a:pPr>
            <a:r>
              <a:rPr lang="en-US" sz="99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PAGE 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28799" y="4197366"/>
            <a:ext cx="11030402" cy="91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47"/>
              </a:lnSpc>
            </a:pPr>
            <a:r>
              <a:rPr lang="en-US" sz="6433" spc="81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  <p:sp>
        <p:nvSpPr>
          <p:cNvPr id="16" name="Freeform 16"/>
          <p:cNvSpPr/>
          <p:nvPr/>
        </p:nvSpPr>
        <p:spPr>
          <a:xfrm>
            <a:off x="6369162" y="6907022"/>
            <a:ext cx="5549677" cy="506253"/>
          </a:xfrm>
          <a:custGeom>
            <a:avLst/>
            <a:gdLst/>
            <a:ahLst/>
            <a:cxnLst/>
            <a:rect l="l" t="t" r="r" b="b"/>
            <a:pathLst>
              <a:path w="5549677" h="506253">
                <a:moveTo>
                  <a:pt x="0" y="0"/>
                </a:moveTo>
                <a:lnTo>
                  <a:pt x="5549676" y="0"/>
                </a:lnTo>
                <a:lnTo>
                  <a:pt x="5549676" y="506252"/>
                </a:lnTo>
                <a:lnTo>
                  <a:pt x="0" y="5062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563971" y="7027557"/>
            <a:ext cx="3160058" cy="26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7"/>
              </a:lnSpc>
              <a:spcBef>
                <a:spcPct val="0"/>
              </a:spcBef>
            </a:pPr>
            <a:r>
              <a:rPr lang="en-US" sz="1775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CYBER SECURITY</a:t>
            </a:r>
          </a:p>
        </p:txBody>
      </p:sp>
      <p:sp>
        <p:nvSpPr>
          <p:cNvPr id="18" name="Freeform 18"/>
          <p:cNvSpPr/>
          <p:nvPr/>
        </p:nvSpPr>
        <p:spPr>
          <a:xfrm>
            <a:off x="5063056" y="3654265"/>
            <a:ext cx="476426" cy="476426"/>
          </a:xfrm>
          <a:custGeom>
            <a:avLst/>
            <a:gdLst/>
            <a:ahLst/>
            <a:cxnLst/>
            <a:rect l="l" t="t" r="r" b="b"/>
            <a:pathLst>
              <a:path w="476426" h="476426">
                <a:moveTo>
                  <a:pt x="0" y="0"/>
                </a:moveTo>
                <a:lnTo>
                  <a:pt x="476426" y="0"/>
                </a:lnTo>
                <a:lnTo>
                  <a:pt x="476426" y="476426"/>
                </a:lnTo>
                <a:lnTo>
                  <a:pt x="0" y="47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321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Poppins Bold</vt:lpstr>
      <vt:lpstr>Poppins Light</vt:lpstr>
      <vt:lpstr>HK Modular</vt:lpstr>
      <vt:lpstr>Calibri</vt:lpstr>
      <vt:lpstr>Public Sans Bold</vt:lpstr>
      <vt:lpstr>Horizon</vt:lpstr>
      <vt:lpstr>Arial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</dc:title>
  <dc:creator>ASUS</dc:creator>
  <cp:lastModifiedBy>MANVI GARG - 70022300472</cp:lastModifiedBy>
  <cp:revision>3</cp:revision>
  <dcterms:created xsi:type="dcterms:W3CDTF">2006-08-16T00:00:00Z</dcterms:created>
  <dcterms:modified xsi:type="dcterms:W3CDTF">2026-04-20T13:56:12Z</dcterms:modified>
  <dc:identifier>DAHGD82YHxc</dc:identifier>
</cp:coreProperties>
</file>